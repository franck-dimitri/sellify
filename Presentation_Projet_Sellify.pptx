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AB308"/>
                </a:solidFill>
              </a:defRPr>
            </a:pPr>
            <a:r>
              <a:t>⚡ DOSSIER DE PRÉSENTATION OFFICIEL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SELLIFY.ME</a:t>
            </a:r>
          </a:p>
          <a:p>
            <a:pPr>
              <a:defRPr sz="2400" b="1">
                <a:solidFill>
                  <a:srgbClr val="EAB308"/>
                </a:solidFill>
              </a:defRPr>
            </a:pPr>
            <a:r>
              <a:t>La Plateforme E-Commerce de Confiance pour l'Afrique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Séquestre Escrow Mobile Money · Logistique IA &amp; Télémétrie · SaaS Marchand &amp; Smart-Links · Moteur IA 1.2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Stack : Laravel 11 · React 19 · Inertia.js · PostgreSQL 16 · OSRM · Sellify AI 1.2 Flash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Périmètre de déploiement : Phase 1 : Cameroun (Douala &amp; Yaoundé) | Phase 2 : Zone CEMAC &amp; CEDEAO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VISION STRATÉGIQUE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&amp; Vision du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1097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Problème Fondamental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Le e-commerce africain est paralysé par le manque de confiance, l'échec du Cash on Delivery (&gt;35% de refus) et l'absence d'adresses postales formelles.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Solution Sellify.me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Une plateforme intégrée combinant le séquestre Escrow Mobile Money (OM/MoMo), un guidage GPS OSRM en temps réel et des Smart-Links de vente sociale.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38328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Impact Économique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Professionnalisation de centaines de milliers de micro-marchands informels, réduction des litiges à 0% et sécurité totale des encaissements.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ÉCOSYSTÈME SELLIFY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Les 4 Piliers Fondateurs de l'Écosystème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0058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Confiance Totale (Escrow Core)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Séquestre numérique inviolable sur Orange Money / MTN MoMo. Déblocage conditionné à la validation de l'acheteur.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3716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Logistique IA &amp; Navigation GPS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Guidage GPS routier embarqué OSRM, télémétrie en direct et calcul continu d'ETA sans quitter l'application.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3716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7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Suite SaaS Marchande &amp; Smart-Links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Gestion multi-boutiques, catalogue avancé et tunnels de commande 1-clic pour WhatsApp, Facebook et TikTok.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892040"/>
            <a:ext cx="13716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Copilote Universel Sellify AI 1.2 Flash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Assistant conversationnel multi-rôles avec reconnaissance &amp; synthèse vocale, détection anti-fraude et aide au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SÉCURITÉ FINANCIÈRE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Le Moteur Transactionnel d'Escrow Mobile Money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2194560" cy="3200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13F12"/>
                </a:solidFill>
              </a:defRPr>
            </a:pPr>
            <a:r>
              <a:t>Statut: 'escrow_held'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Étape 1 : Commande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Le client paie par Orange Money ou MTN MoMo. Les fonds sont bloqués sur le compte séquestre du vendeur (pending_balance).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737360"/>
            <a:ext cx="2194560" cy="3200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13F12"/>
                </a:solidFill>
              </a:defRPr>
            </a:pPr>
            <a:r>
              <a:t>Code Secret OTP généré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Étape 2 : Livraison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Le vendeur prépare le colis et le confie au livreur. Le client suit le colis en temps réel sur la carte OSRM.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2194560" cy="3200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13F12"/>
                </a:solidFill>
              </a:defRPr>
            </a:pPr>
            <a:r>
              <a:t>Statut: 'released'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Étape 3 : Déblocage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Le livreur valide le code OTP secret 6 chiffres fourni par le client. Les fonds basculent sur le solde disponible du vendeur.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5448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1737360"/>
            <a:ext cx="2194560" cy="3200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13F12"/>
                </a:solidFill>
              </a:defRPr>
            </a:pPr>
            <a:r>
              <a:t>Solde Disponible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1945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Étape 4 : Retrait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Le vendeur retire immédiatement ses gains vers son compte Mobile Money ou Banque sous 24h.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LOGISTIQUE GÉOLOCALISÉE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Logistique Urbaine &amp; Guidage GPS Embarqué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📍 Moteur OSRM Intégré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Tracé routier suivant fidèlement les boulevards, avenues et carrefours réels de Douala et Yaoundé sans jamais sortir vers une application externe.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📍 Double Polyligne Dynamique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Visualisation claire du chemin parcouru en vert et du segment restant en jaune pointillé avec calcul continu de distance (km) et d'ETA (minutes).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📍 Double Clôture Sécurisée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La livraison ne peut être clôturée qu'avec la saisie du code OTP secret client à 6 chiffres + la signature tactile sur écran + photo preuve.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📍 Système de Dispatch IA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Attribution optimale des courses selon la géolocalisation des chauffeurs, l'encombrement et la disponibilité.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COMMERCE MARCHAND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Suite SaaS Vendeurs &amp; Smart-Links de Vente Sociale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🛍️ Multi-Boutiques Centralisé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Supervision de plusieurs enseignes commerciales depuis un tableau de bord unique avec isolation des stocks.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🛍️ Smart-Links 1-Clic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Génération de liens de paiement rapides à partager directement sur WhatsApp, TikTok et Instagram avec encaissement Mobile Money intégré.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🛍️ Portefeuille &amp; Grand Livre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Graphiques interactifs d'évolution des flux, exports de transactions en CSV/Excel et impression de Relevés de Compte Officiels certifiés (PDF).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🛍️ Moteur Marketing &amp; Remises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Création de codes promo personnalisés, remises dégressives sur le volume d'achat et bannières publicitaires.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CONTRÔLE &amp; CONFORMITÉ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Gouvernance, Modération KYC &amp; Arbitrage SuperAdmin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Vérification KYC Multi-Niveaux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Contrôle strict des pièces d'identité, registres de commerce (RCCM) et cartes grises des marchands et des livreurs partenaires.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Centre d'Arbitrage des Litiges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Interface dédiée de médiation permettant la libération des fonds vers le vendeur ou le remboursement immédiat à l'acheteur en cas de contestation.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Supervision des Flux Financiers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Tableau de bord de suivi en temps réel du volume total sous séquestre, du solde en attente et des commissions de plateforme.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Journal d'Audit Immuable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Enregistrement cryptographique et horodaté de chaque action système dans la table activity_logs avec conservation des adresses 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INTELLIGENCE ARTIFICIELLE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Moteur Sellify AI 1.2 Flash : Le Copilote Universel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👤 Copilote Acheteur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Recherche vocale de produits, localisation instantanée de colis, vérification de l'OTP et assistance aux litiges.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🏬 Copilote Vendeur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Optimisation des prix de vente, génération automatique de descriptions produits engageantes et simulation de marge.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🛵 Copilote Livreur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Guidage routier vocal naturel, alertes embouteillages en temps réel et bilan des gains journaliers.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Copilote SuperAdmin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Surveillance anti-fraude, détection des anomalies sur les flux Escrow et aide à l'arbitrage des litiges.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Modèle Économique &amp; Flux de Monétisation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💰 1. Commissions Escrow (3%)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Prélèvement automatique de 3% sur chaque vente finalisée via la marketplace et les Smart-Links.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💰 2. Abonnements SaaS Vendeur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Formules Starter (Gratuit), Pro (15 000 FCFA/mois) et Enterprise (45 000 FCFA/mois).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💰 3. Marge Logistique (10-15%)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Commission prélevée sur les frais de livraison acheminés par les chauffeurs partenaires.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💰 4. Services Premium &amp; Visibilité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Options de mise en avant publicitaire de boutiques et badges de certification prioritaires.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INGÉNIERIE LOGICIELLE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Architecture Technique &amp; Normes de Qualité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Backend Framework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Laravel 11.x avec Service Layer découplé (EscrowService, LogisticsIAService).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Frontend Réactif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React 19 + Inertia.js (Single Page Application fluide sans latence de requêtes REST superflues).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Base de Données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PostgreSQL 16 avec modélisation relationnelle stricte, indexation géographique et intégrité référentielle.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Cartographie &amp; Télémétrie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Leaflet.js + OpenStreetMap + Serveur de calcul d'itinéraires OSRM haute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Tests &amp; Validation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47/47 tests automatisés validés sous PHPUnit (255 assertions, 100% de taux de succès).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69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Sécurité &amp; Conformité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Hachage Argon2id, tokens Sanctum, vérification KYC multi-niveaux et audit trail immuable.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EXPANSION STRATÉGIQUE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Feuille de Route &amp; Déploiement Panafricain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Phase 1 : 2026 Q3 (Actuel)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• Lancement officiel Douala &amp; Yaoundé</a:t>
            </a:r>
            <a:br/>
            <a:r>
              <a:t>• Escrow Orange Money &amp; MTN MoMo</a:t>
            </a:r>
            <a:br/>
            <a:r>
              <a:t>• Copilote Sellify AI 1.2 Flash</a:t>
            </a:r>
            <a:br/>
            <a:r>
              <a:t>• Smart-Links de vente sociale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Phase 2 : 2026 Q4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• Déploiement Apps Mobiles Android &amp; iOS</a:t>
            </a:r>
            <a:br/>
            <a:r>
              <a:t>• Extension dans les villes secondaires</a:t>
            </a:r>
            <a:br/>
            <a:r>
              <a:t>• Hubs de distribution express</a:t>
            </a:r>
            <a:br/>
            <a:r>
              <a:t>• Partenariats logistiques régionaux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Phase 3 : 2027 Q1 - Q2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• Expansion zone CEMAC (Gabon, Congo, Tchad)</a:t>
            </a:r>
            <a:br/>
            <a:r>
              <a:t>• Hubs de stockage urbain partagé</a:t>
            </a:r>
            <a:br/>
            <a:r>
              <a:t>• Passerelle de paiement transfrontalière</a:t>
            </a:r>
            <a:br/>
            <a:r>
              <a:t>• Extension vers la zone CEDEAO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BÂTIR LA CONFIANCE DU COMMERCE AFRICAIN</a:t>
            </a:r>
          </a:p>
          <a:p>
            <a:pPr algn="ctr">
              <a:defRPr sz="1600">
                <a:solidFill>
                  <a:srgbClr val="EAB308"/>
                </a:solidFill>
              </a:defRPr>
            </a:pPr>
            <a:r>
              <a:t>Sellify.me est prêt à transformer le potentiel commercial de l'Afrique en une réalité économique sécurisée et prospère.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206240"/>
            <a:ext cx="67052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AB308"/>
                </a:solidFill>
              </a:defRPr>
            </a:pPr>
            <a:r>
              <a:t>CONTACT DIRECTION &amp; RELATIONS INVESTISSEURS</a:t>
            </a:r>
          </a:p>
          <a:p>
            <a:pPr algn="ctr">
              <a:defRPr sz="1100">
                <a:solidFill>
                  <a:srgbClr val="E2E8F0"/>
                </a:solidFill>
              </a:defRPr>
            </a:pPr>
            <a:r>
              <a:t>Email : direction@sellify.me · contact@sellify.me</a:t>
            </a:r>
            <a:br/>
            <a:r>
              <a:t>Siège Social : Boulevard de la Liberté, Akwa, Douala — Cameroun</a:t>
            </a:r>
            <a:br/>
            <a:r>
              <a:t>Site Web : https://sellify.me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